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undhaus.github.io/holzwerkduesseldorf/holzbalkendecke-schwingung-steifigkeit-pruefung/"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https://holzundhaus.github.io/holzwerkduesseldorf/holzbalkendecke-schwingung-steifigkeit-pruefung/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